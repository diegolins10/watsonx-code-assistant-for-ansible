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6346479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4400" b="1">
                <a:solidFill>
                  <a:srgbClr val="29ABE2"/>
                </a:solidFill>
              </a:defRPr>
            </a:pPr>
            <a:r>
              <a:rPr dirty="0"/>
              <a:t>IBM </a:t>
            </a:r>
            <a:r>
              <a:rPr dirty="0" err="1"/>
              <a:t>watsonx</a:t>
            </a:r>
            <a:r>
              <a:rPr dirty="0"/>
              <a:t> Code Assistant – Lightspeed (L3)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800" b="0">
                <a:solidFill>
                  <a:srgbClr val="E6E6E6"/>
                </a:solidFill>
              </a:defRPr>
            </a:pPr>
            <a:r>
              <a:t>Automatizando Infraestruturas com IA e Ansible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 b="0">
                <a:solidFill>
                  <a:srgbClr val="C8C8C8"/>
                </a:solidFill>
              </a:defRPr>
            </a:pPr>
            <a:r>
              <a:t>Diego Lins – Engenheiro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29ABE2"/>
                </a:solidFill>
              </a:defRPr>
            </a:pPr>
            <a:r>
              <a:rPr dirty="0"/>
              <a:t>📘 </a:t>
            </a:r>
            <a:r>
              <a:rPr dirty="0" err="1"/>
              <a:t>Visão</a:t>
            </a:r>
            <a:r>
              <a:rPr dirty="0"/>
              <a:t>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83124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200" b="0">
                <a:solidFill>
                  <a:srgbClr val="EBEBEB"/>
                </a:solidFill>
              </a:defRPr>
            </a:pPr>
            <a:r>
              <a:rPr dirty="0"/>
              <a:t>O IBM </a:t>
            </a:r>
            <a:r>
              <a:rPr dirty="0" err="1"/>
              <a:t>watsonx</a:t>
            </a:r>
            <a:r>
              <a:rPr dirty="0"/>
              <a:t> Code Assistant – Lightspeed (L3) </a:t>
            </a:r>
            <a:r>
              <a:rPr dirty="0" err="1"/>
              <a:t>utiliza</a:t>
            </a:r>
            <a:r>
              <a:rPr dirty="0"/>
              <a:t> IA </a:t>
            </a:r>
            <a:r>
              <a:rPr dirty="0" err="1"/>
              <a:t>generativa</a:t>
            </a:r>
            <a:r>
              <a:rPr dirty="0"/>
              <a:t> para </a:t>
            </a:r>
            <a:r>
              <a:rPr dirty="0" err="1"/>
              <a:t>acelerar</a:t>
            </a:r>
            <a:r>
              <a:rPr dirty="0"/>
              <a:t> o </a:t>
            </a:r>
            <a:r>
              <a:rPr dirty="0" err="1"/>
              <a:t>desenvolvimento</a:t>
            </a:r>
            <a:r>
              <a:rPr dirty="0"/>
              <a:t> de </a:t>
            </a:r>
            <a:r>
              <a:rPr dirty="0" err="1"/>
              <a:t>automações</a:t>
            </a:r>
            <a:r>
              <a:rPr dirty="0"/>
              <a:t> com Red Hat Ansible.</a:t>
            </a:r>
            <a:br>
              <a:rPr dirty="0"/>
            </a:br>
            <a:br>
              <a:rPr dirty="0"/>
            </a:br>
            <a:r>
              <a:rPr dirty="0"/>
              <a:t>Ele </a:t>
            </a:r>
            <a:r>
              <a:rPr dirty="0" err="1"/>
              <a:t>interpreta</a:t>
            </a:r>
            <a:r>
              <a:rPr dirty="0"/>
              <a:t> </a:t>
            </a:r>
            <a:r>
              <a:rPr dirty="0" err="1"/>
              <a:t>linguagem</a:t>
            </a:r>
            <a:r>
              <a:rPr dirty="0"/>
              <a:t> natural para </a:t>
            </a:r>
            <a:r>
              <a:rPr dirty="0" err="1"/>
              <a:t>gerar</a:t>
            </a:r>
            <a:r>
              <a:rPr dirty="0"/>
              <a:t> playbooks, roles e tasks </a:t>
            </a:r>
            <a:r>
              <a:rPr dirty="0" err="1"/>
              <a:t>otimizadas</a:t>
            </a:r>
            <a:r>
              <a:rPr dirty="0"/>
              <a:t>, </a:t>
            </a:r>
            <a:r>
              <a:rPr dirty="0" err="1"/>
              <a:t>garantindo</a:t>
            </a:r>
            <a:r>
              <a:rPr dirty="0"/>
              <a:t> </a:t>
            </a:r>
            <a:r>
              <a:rPr dirty="0" err="1"/>
              <a:t>conformidade</a:t>
            </a:r>
            <a:r>
              <a:rPr dirty="0"/>
              <a:t> com as </a:t>
            </a:r>
            <a:r>
              <a:rPr dirty="0" err="1"/>
              <a:t>melhores</a:t>
            </a:r>
            <a:r>
              <a:rPr dirty="0"/>
              <a:t> </a:t>
            </a:r>
            <a:r>
              <a:rPr dirty="0" err="1"/>
              <a:t>práticas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💡 O </a:t>
            </a:r>
            <a:r>
              <a:rPr dirty="0" err="1"/>
              <a:t>nível</a:t>
            </a:r>
            <a:r>
              <a:rPr dirty="0"/>
              <a:t> L3 </a:t>
            </a:r>
            <a:r>
              <a:rPr dirty="0" err="1"/>
              <a:t>traz</a:t>
            </a:r>
            <a:r>
              <a:rPr dirty="0"/>
              <a:t> </a:t>
            </a:r>
            <a:r>
              <a:rPr dirty="0" err="1"/>
              <a:t>integração</a:t>
            </a:r>
            <a:r>
              <a:rPr dirty="0"/>
              <a:t> com Git </a:t>
            </a:r>
            <a:r>
              <a:rPr dirty="0" err="1"/>
              <a:t>corporativo</a:t>
            </a:r>
            <a:r>
              <a:rPr dirty="0"/>
              <a:t>, </a:t>
            </a:r>
            <a:r>
              <a:rPr dirty="0" err="1"/>
              <a:t>módulos</a:t>
            </a:r>
            <a:r>
              <a:rPr dirty="0"/>
              <a:t> Red Hat e AWS, </a:t>
            </a:r>
            <a:r>
              <a:rPr dirty="0" err="1"/>
              <a:t>além</a:t>
            </a:r>
            <a:r>
              <a:rPr dirty="0"/>
              <a:t> de </a:t>
            </a: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inteligente</a:t>
            </a:r>
            <a:r>
              <a:rPr dirty="0"/>
              <a:t> de </a:t>
            </a:r>
            <a:r>
              <a:rPr dirty="0" err="1"/>
              <a:t>variáveis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29ABE2"/>
                </a:solidFill>
              </a:defRPr>
            </a:pPr>
            <a:r>
              <a:t>🧩 Recursos-Chave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399" y="1645920"/>
            <a:ext cx="8130013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200" b="0">
                <a:solidFill>
                  <a:srgbClr val="F0F0F0"/>
                </a:solidFill>
              </a:defRPr>
            </a:pPr>
            <a:r>
              <a:rPr dirty="0"/>
              <a:t>💬 </a:t>
            </a: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 a </a:t>
            </a:r>
            <a:r>
              <a:rPr dirty="0" err="1"/>
              <a:t>partir</a:t>
            </a:r>
            <a:r>
              <a:rPr dirty="0"/>
              <a:t> de </a:t>
            </a:r>
            <a:r>
              <a:rPr dirty="0" err="1"/>
              <a:t>comentários</a:t>
            </a:r>
            <a:r>
              <a:rPr dirty="0"/>
              <a:t> </a:t>
            </a:r>
            <a:r>
              <a:rPr dirty="0" err="1"/>
              <a:t>descritivos</a:t>
            </a:r>
            <a:br>
              <a:rPr dirty="0"/>
            </a:br>
            <a:r>
              <a:rPr dirty="0"/>
              <a:t>🧠 </a:t>
            </a:r>
            <a:r>
              <a:rPr dirty="0" err="1"/>
              <a:t>Contexto</a:t>
            </a:r>
            <a:r>
              <a:rPr dirty="0"/>
              <a:t> de playbook e </a:t>
            </a:r>
            <a:r>
              <a:rPr dirty="0" err="1"/>
              <a:t>variáveis</a:t>
            </a:r>
            <a:br>
              <a:rPr dirty="0"/>
            </a:br>
            <a:r>
              <a:rPr dirty="0"/>
              <a:t>🔍 </a:t>
            </a:r>
            <a:r>
              <a:rPr dirty="0" err="1"/>
              <a:t>Validação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 com ansible-lint</a:t>
            </a:r>
            <a:br>
              <a:rPr dirty="0"/>
            </a:br>
            <a:r>
              <a:rPr dirty="0"/>
              <a:t>🔗 </a:t>
            </a:r>
            <a:r>
              <a:rPr dirty="0" err="1"/>
              <a:t>Integração</a:t>
            </a:r>
            <a:r>
              <a:rPr dirty="0"/>
              <a:t> com Red Hat, AWS e IBM Cloud</a:t>
            </a:r>
            <a:br>
              <a:rPr dirty="0"/>
            </a:br>
            <a:r>
              <a:rPr dirty="0"/>
              <a:t>🔒 </a:t>
            </a:r>
            <a:r>
              <a:rPr dirty="0" err="1"/>
              <a:t>Segurança</a:t>
            </a:r>
            <a:r>
              <a:rPr dirty="0"/>
              <a:t> </a:t>
            </a:r>
            <a:r>
              <a:rPr dirty="0" err="1"/>
              <a:t>corporativa</a:t>
            </a:r>
            <a:r>
              <a:rPr dirty="0"/>
              <a:t> e </a:t>
            </a:r>
            <a:r>
              <a:rPr dirty="0" err="1"/>
              <a:t>autenticação</a:t>
            </a:r>
            <a:r>
              <a:rPr dirty="0"/>
              <a:t> via IBM Cloud Identity</a:t>
            </a:r>
            <a:br>
              <a:rPr dirty="0"/>
            </a:br>
            <a:r>
              <a:rPr dirty="0"/>
              <a:t>🚀 </a:t>
            </a:r>
            <a:r>
              <a:rPr dirty="0" err="1"/>
              <a:t>Suporte</a:t>
            </a:r>
            <a:r>
              <a:rPr dirty="0"/>
              <a:t> </a:t>
            </a:r>
            <a:r>
              <a:rPr dirty="0" err="1"/>
              <a:t>às</a:t>
            </a:r>
            <a:r>
              <a:rPr dirty="0"/>
              <a:t> </a:t>
            </a:r>
            <a:r>
              <a:rPr dirty="0" err="1"/>
              <a:t>coleções</a:t>
            </a:r>
            <a:r>
              <a:rPr dirty="0"/>
              <a:t> </a:t>
            </a:r>
            <a:r>
              <a:rPr dirty="0" err="1"/>
              <a:t>amazon.aws</a:t>
            </a:r>
            <a:r>
              <a:rPr dirty="0"/>
              <a:t>, </a:t>
            </a:r>
            <a:r>
              <a:rPr dirty="0" err="1"/>
              <a:t>community.general</a:t>
            </a:r>
            <a:r>
              <a:rPr dirty="0"/>
              <a:t> e </a:t>
            </a:r>
            <a:r>
              <a:rPr dirty="0" err="1"/>
              <a:t>ansible.builtin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29ABE2"/>
                </a:solidFill>
              </a:defRPr>
            </a:pPr>
            <a:r>
              <a:t>🌟 Benefícios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 b="0">
                <a:solidFill>
                  <a:srgbClr val="F0F0F0"/>
                </a:solidFill>
              </a:defRPr>
            </a:pPr>
            <a:r>
              <a:t>🚀 Reduz o tempo de desenvolvimento e provisionamento</a:t>
            </a:r>
            <a:br/>
            <a:r>
              <a:t>🧠 Melhora a consistência e reduz erros humanos</a:t>
            </a:r>
            <a:br/>
            <a:r>
              <a:t>🔗 Integração direta com ecossistemas corporativos</a:t>
            </a:r>
            <a:br/>
            <a:r>
              <a:t>💼 Alinhado às melhores práticas da Red Hat e IBM</a:t>
            </a:r>
            <a:br/>
            <a:r>
              <a:t>📈 Ideal para equipes DevOps, cloud e automação corporativa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C71927"/>
                </a:solidFill>
              </a:defRPr>
            </a:pPr>
            <a:r>
              <a:t>⚡ Demonstração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9504" y="1872256"/>
            <a:ext cx="7726795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0">
                <a:solidFill>
                  <a:srgbClr val="F0F0F0"/>
                </a:solidFill>
              </a:defRPr>
            </a:pPr>
            <a:r>
              <a:rPr dirty="0"/>
              <a:t>1️⃣ </a:t>
            </a:r>
            <a:r>
              <a:rPr lang="pt-BR" dirty="0"/>
              <a:t>Criação de </a:t>
            </a:r>
            <a:r>
              <a:rPr lang="pt-BR" dirty="0" err="1"/>
              <a:t>playbook</a:t>
            </a:r>
            <a:r>
              <a:rPr lang="pt-BR" dirty="0"/>
              <a:t> com descrição em linguagem natural</a:t>
            </a:r>
            <a:br>
              <a:rPr dirty="0"/>
            </a:br>
            <a:r>
              <a:rPr dirty="0"/>
              <a:t>2️⃣ </a:t>
            </a:r>
            <a:r>
              <a:rPr lang="pt-BR" dirty="0"/>
              <a:t>Geração automática de infraestrutura de código com IA</a:t>
            </a:r>
            <a:br>
              <a:rPr dirty="0"/>
            </a:br>
            <a:r>
              <a:rPr dirty="0"/>
              <a:t>3️⃣ </a:t>
            </a:r>
            <a:r>
              <a:rPr lang="pt-BR" dirty="0"/>
              <a:t>Resultado final: infraestrutura provisionada automaticamente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C71927"/>
                </a:solidFill>
              </a:defRPr>
            </a:pPr>
            <a:r>
              <a:t>📄 Contato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113" y="2468880"/>
            <a:ext cx="881988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200" b="0">
                <a:solidFill>
                  <a:srgbClr val="F0F0F0"/>
                </a:solidFill>
              </a:defRPr>
            </a:pPr>
            <a:r>
              <a:rPr dirty="0"/>
              <a:t>Diego Lins</a:t>
            </a:r>
            <a:br>
              <a:rPr dirty="0"/>
            </a:br>
            <a:r>
              <a:rPr dirty="0" err="1"/>
              <a:t>Engenheiro</a:t>
            </a:r>
            <a:r>
              <a:rPr dirty="0"/>
              <a:t> de Software | </a:t>
            </a:r>
            <a:r>
              <a:rPr dirty="0" err="1"/>
              <a:t>Especialista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AWS, .NET e </a:t>
            </a:r>
            <a:r>
              <a:rPr dirty="0" err="1"/>
              <a:t>Automação</a:t>
            </a:r>
            <a:r>
              <a:rPr dirty="0"/>
              <a:t> Ansible</a:t>
            </a:r>
            <a:br>
              <a:rPr dirty="0"/>
            </a:br>
            <a:br>
              <a:rPr dirty="0"/>
            </a:br>
            <a:r>
              <a:rPr dirty="0"/>
              <a:t>🔗 IBM </a:t>
            </a:r>
            <a:r>
              <a:rPr dirty="0" err="1"/>
              <a:t>watsonx</a:t>
            </a:r>
            <a:r>
              <a:rPr dirty="0"/>
              <a:t> Code Assistant – https://cloud.ibm.com/watsonx/code-assistant</a:t>
            </a:r>
            <a:br>
              <a:rPr dirty="0"/>
            </a:br>
            <a:r>
              <a:rPr dirty="0"/>
              <a:t>✉️ diegolins@ibm.com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278</Words>
  <Application>Microsoft Office PowerPoint</Application>
  <PresentationFormat>Apresentação na tela (4:3)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Diego Fernandes Lins</cp:lastModifiedBy>
  <cp:revision>2</cp:revision>
  <dcterms:created xsi:type="dcterms:W3CDTF">2013-01-27T09:14:16Z</dcterms:created>
  <dcterms:modified xsi:type="dcterms:W3CDTF">2025-10-13T02:17:20Z</dcterms:modified>
  <cp:category/>
</cp:coreProperties>
</file>